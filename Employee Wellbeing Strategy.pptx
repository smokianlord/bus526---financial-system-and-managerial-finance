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FD2C132-55D0-450B-AE0B-06AB49613A9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99660B-9EA6-4833-8ABD-1752A37F103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2C132-55D0-450B-AE0B-06AB49613A9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499660B-9EA6-4833-8ABD-1752A37F10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2C132-55D0-450B-AE0B-06AB49613A9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5499660B-9EA6-4833-8ABD-1752A37F103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FD2C132-55D0-450B-AE0B-06AB49613A9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499660B-9EA6-4833-8ABD-1752A37F103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FD2C132-55D0-450B-AE0B-06AB49613A9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499660B-9EA6-4833-8ABD-1752A37F103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2C132-55D0-450B-AE0B-06AB49613A9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499660B-9EA6-4833-8ABD-1752A37F103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2C132-55D0-450B-AE0B-06AB49613A9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99660B-9EA6-4833-8ABD-1752A37F103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2C132-55D0-450B-AE0B-06AB49613A9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499660B-9EA6-4833-8ABD-1752A37F10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FD2C132-55D0-450B-AE0B-06AB49613A9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5499660B-9EA6-4833-8ABD-1752A37F103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2C132-55D0-450B-AE0B-06AB49613A9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9660B-9EA6-4833-8ABD-1752A37F103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FD2C132-55D0-450B-AE0B-06AB49613A9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5499660B-9EA6-4833-8ABD-1752A37F103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FD2C132-55D0-450B-AE0B-06AB49613A9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499660B-9EA6-4833-8ABD-1752A37F103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8001000" cy="1470025"/>
          </a:xfrm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Employee Wellbeing </a:t>
            </a:r>
            <a:r>
              <a:rPr lang="en-US" b="1" dirty="0">
                <a:latin typeface="Arial Black" pitchFamily="34" charset="0"/>
              </a:rPr>
              <a:t>S</a:t>
            </a:r>
            <a:r>
              <a:rPr lang="en-US" b="1" dirty="0" smtClean="0">
                <a:latin typeface="Arial Black" pitchFamily="34" charset="0"/>
              </a:rPr>
              <a:t>trategy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90800" y="618386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rial Black" pitchFamily="34" charset="0"/>
              </a:rPr>
              <a:t>Armstrong’s Handbook of </a:t>
            </a:r>
            <a:r>
              <a:rPr lang="en-US" dirty="0" smtClean="0">
                <a:latin typeface="Arial Black" pitchFamily="34" charset="0"/>
              </a:rPr>
              <a:t>SHRM</a:t>
            </a:r>
            <a:endParaRPr lang="en-US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69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Arial Narrow" pitchFamily="34" charset="0"/>
              </a:rPr>
              <a:t>Well-being</a:t>
            </a:r>
            <a:endParaRPr lang="en-US" b="1" dirty="0">
              <a:latin typeface="Arial Narrow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8800"/>
            <a:ext cx="7391400" cy="320040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Bahnschrift Condensed" pitchFamily="34" charset="0"/>
                <a:cs typeface="Arial" pitchFamily="34" charset="0"/>
              </a:rPr>
              <a:t>T</a:t>
            </a:r>
            <a:r>
              <a:rPr lang="en-US" sz="2800" dirty="0" smtClean="0">
                <a:latin typeface="Bahnschrift Condensed" pitchFamily="34" charset="0"/>
                <a:cs typeface="Arial" pitchFamily="34" charset="0"/>
              </a:rPr>
              <a:t>he overall quality of an individual’s subjective experience and functioning at work.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Bahnschrift Condensed" pitchFamily="34" charset="0"/>
                <a:cs typeface="Arial" pitchFamily="34" charset="0"/>
              </a:rPr>
              <a:t>The wellbeing of employees depends on the quality of working life provided by their employers – the work environment and the feelings of satisfaction and happiness arising from the work itself.</a:t>
            </a:r>
            <a:endParaRPr lang="en-US" sz="2800" dirty="0">
              <a:latin typeface="Bahnschrift Condensed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43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>
                <a:latin typeface="Arial Narrow" pitchFamily="34" charset="0"/>
              </a:rPr>
              <a:t>Features of An Employee Wellbeing Strategy</a:t>
            </a:r>
            <a:endParaRPr lang="en-US" sz="3600" b="1" dirty="0">
              <a:latin typeface="Arial Narrow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36171" y="1828800"/>
            <a:ext cx="7467600" cy="2787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ahnschrift Condensed" pitchFamily="34" charset="0"/>
              </a:rPr>
              <a:t>Investment in employees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ahnschrift Condensed" pitchFamily="34" charset="0"/>
              </a:rPr>
              <a:t>Engaging work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ahnschrift Condensed" pitchFamily="34" charset="0"/>
              </a:rPr>
              <a:t>The creation of a positive social and physical environment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ahnschrift Condensed" pitchFamily="34" charset="0"/>
              </a:rPr>
              <a:t>Enhancing the role of voice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ahnschrift Condensed" pitchFamily="34" charset="0"/>
              </a:rPr>
              <a:t>The provision of organizational support</a:t>
            </a:r>
            <a:endParaRPr lang="en-US" sz="2400" dirty="0">
              <a:latin typeface="Bahnschrift Condense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70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Bahnschrift" pitchFamily="34" charset="0"/>
                <a:cs typeface="Arial" pitchFamily="34" charset="0"/>
              </a:rPr>
              <a:t>Factors Affecting Wellbeing</a:t>
            </a:r>
            <a:endParaRPr lang="en-US" sz="4000" b="1" dirty="0">
              <a:latin typeface="Bahnschrift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6429" y="1828800"/>
            <a:ext cx="7467600" cy="3895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ahnschrift Condensed" pitchFamily="34" charset="0"/>
              </a:rPr>
              <a:t>The work environment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ahnschrift Condensed" pitchFamily="34" charset="0"/>
              </a:rPr>
              <a:t>Job design and demands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ahnschrift Condensed" pitchFamily="34" charset="0"/>
              </a:rPr>
              <a:t>Relationships with line managers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ahnschrift Condensed" pitchFamily="34" charset="0"/>
              </a:rPr>
              <a:t>Relationships with colleagues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ahnschrift Condensed" pitchFamily="34" charset="0"/>
              </a:rPr>
              <a:t>Work–life balance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ahnschrift Condensed" pitchFamily="34" charset="0"/>
              </a:rPr>
              <a:t>Financial wellbeing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ahnschrift Condensed" pitchFamily="34" charset="0"/>
              </a:rPr>
              <a:t>Stress</a:t>
            </a:r>
            <a:endParaRPr lang="en-US" sz="2400" dirty="0">
              <a:latin typeface="Bahnschrift Condense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298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0"/>
            <a:ext cx="8229600" cy="38862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itchFamily="34" charset="0"/>
              </a:rPr>
              <a:t>END</a:t>
            </a:r>
            <a:endParaRPr lang="en-US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3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17</TotalTime>
  <Words>106</Words>
  <Application>Microsoft Office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Median</vt:lpstr>
      <vt:lpstr>Employee Wellbeing Strategy</vt:lpstr>
      <vt:lpstr>Well-being</vt:lpstr>
      <vt:lpstr>Features of An Employee Wellbeing Strategy</vt:lpstr>
      <vt:lpstr>Factors Affecting Wellbeing</vt:lpstr>
      <vt:lpstr>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Wellbeing Strategy</dc:title>
  <dc:creator>M. Nazmul Islam</dc:creator>
  <cp:lastModifiedBy>M. Nazmul Islam</cp:lastModifiedBy>
  <cp:revision>2</cp:revision>
  <dcterms:created xsi:type="dcterms:W3CDTF">2024-09-24T10:06:22Z</dcterms:created>
  <dcterms:modified xsi:type="dcterms:W3CDTF">2024-09-24T10:23:35Z</dcterms:modified>
</cp:coreProperties>
</file>