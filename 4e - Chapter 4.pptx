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VLXcCy1b3/dqAJK6vqb3bzElr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22" Type="http://schemas.openxmlformats.org/officeDocument/2006/relationships/font" Target="fonts/Tahoma-bold.fntdata"/><Relationship Id="rId10" Type="http://schemas.openxmlformats.org/officeDocument/2006/relationships/slide" Target="slides/slide5.xml"/><Relationship Id="rId21" Type="http://schemas.openxmlformats.org/officeDocument/2006/relationships/font" Target="fonts/Tahom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italic.fntdata"/><Relationship Id="rId6" Type="http://schemas.openxmlformats.org/officeDocument/2006/relationships/slide" Target="slides/slide1.xml"/><Relationship Id="rId18" Type="http://schemas.openxmlformats.org/officeDocument/2006/relationships/font" Target="fonts/Arial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type="title"/>
          </p:nvPr>
        </p:nvSpPr>
        <p:spPr>
          <a:xfrm rot="5400000">
            <a:off x="4476750" y="2343150"/>
            <a:ext cx="6019800" cy="19431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" type="body"/>
          </p:nvPr>
        </p:nvSpPr>
        <p:spPr>
          <a:xfrm rot="5400000">
            <a:off x="514350" y="476250"/>
            <a:ext cx="6019800" cy="56769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 rot="5400000">
            <a:off x="2133600" y="0"/>
            <a:ext cx="4876800" cy="7772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FFFF99"/>
              </a:buClr>
              <a:buSzPts val="1200"/>
              <a:buFont typeface="Arial Narrow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FFFF99"/>
              </a:buClr>
              <a:buSzPts val="1200"/>
              <a:buFont typeface="Arial Narrow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137150" spcFirstLastPara="1" rIns="13715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1" name="Google Shape;51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2" name="Google Shape;52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137150" spcFirstLastPara="1" rIns="13715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3" name="Google Shape;53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685800" y="1447800"/>
            <a:ext cx="38100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59" name="Google Shape;59;p28"/>
          <p:cNvSpPr txBox="1"/>
          <p:nvPr>
            <p:ph idx="2" type="body"/>
          </p:nvPr>
        </p:nvSpPr>
        <p:spPr>
          <a:xfrm>
            <a:off x="4648200" y="1447800"/>
            <a:ext cx="38100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60" name="Google Shape;60;p28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137150" spcFirstLastPara="1" rIns="13715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Font typeface="Arial Narrow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65" name="Google Shape;65;p29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  <a:defRPr b="0" i="0" sz="2400" u="none" cap="none" strike="noStrik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/>
        </p:nvSpPr>
        <p:spPr>
          <a:xfrm>
            <a:off x="381000" y="1066800"/>
            <a:ext cx="8305800" cy="19224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THE EVOLVING/ STRATEGIC ROLE OF HUMAN RESOURCE MANAGEMENT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Strategic Human Resource Management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development of consistent, aligned collection of practices, programs, &amp; policies to facilitate achievement of strategic objectives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abandoning mindset &amp; practices of “personnel management” &amp; focusing on strategic issues rather than operational issues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all HR programs within larger framework, facilitating mission &amp; objectives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down strategy facilitates involvement &amp; buy-in of senior executives &amp; other employees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87" y="762000"/>
            <a:ext cx="7388225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HR Roles in Knowledge-Based Economy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capital steward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Creates an environment &amp; culture in which employees voluntarily contribute skills, ideas, &amp; energy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Human capital is not “owned” by organization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facilitator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Procures necessary employee knowledge &amp; skill sets that allow information to be acquired, developed, &amp; disseminated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Provides a competitive advantage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Must be part of strategically designed employee development plan</a:t>
            </a:r>
            <a:endParaRPr/>
          </a:p>
          <a:p>
            <a:pPr indent="-131763" lvl="0" marL="284163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FFFF99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HR Roles in Knowledge-Based Economy</a:t>
            </a:r>
            <a:endParaRPr/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 builder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Develops structure, work practices, &amp; culture that allow individuals to work together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Develops networks that focus on strategic objectives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deployment specialist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Creates fluid &amp; adaptable structure &amp; systems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Global, knowledge-based economy mandates flexibility &amp; culture that embraces change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SHRM Critical Competencies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HR’s success as true strategic business partner dependent on five specific competencies: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Strategic contribution - development of strategy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Business knowledge - understanding nuts &amp; bolts of organization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Personal credibility - measurable value demonstrated in programs &amp; policies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HR delivery - serving internal customers through effective &amp; efficient programs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HR technology - using technology to improve organization’s management of people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769937"/>
            <a:ext cx="7315200" cy="5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95400"/>
            <a:ext cx="7772400" cy="40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28800"/>
            <a:ext cx="7772400" cy="29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Barriers to Strategic HR</a:t>
            </a:r>
            <a:endParaRPr/>
          </a:p>
        </p:txBody>
      </p:sp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contribution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knowledge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credibility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 delivery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 technology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737" y="609600"/>
            <a:ext cx="7248525" cy="57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2001-02-27T01:22:07Z</dcterms:created>
  <dc:creator>Charlie Cook</dc:creator>
</cp:coreProperties>
</file>